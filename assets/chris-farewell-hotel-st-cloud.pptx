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Loop this deck on the lobby TV. File → Share → Publish to the web, or Slideshow → Loop continuously. Keep each slide 8–12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beat. Optional: swap the three cards for real dates / roles if you have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TEMPLATE — full frame. Duplicate this slide for every extra photo. In Google Slides: Insert → Image, or Replace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TEMPLATE. Duplicate for each teammate. Short is better on a looping TV — 2 to 4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Quote. Leave it. It will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TEMPLATE — two-up. Duplicate as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or rewrite in the team's voice. Do not make it corporate.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TEMPLATE — three-up. Portraits work better here than landscapes.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TEMPLATE — guest-facing. Swap for a real quote if you have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TEMPLATE — cinematic. Best for group 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TEMPLATE — four cards. Duplicate the slide if you have more voices. Do not shrink the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COMBO TEMPLATE. Duplicate. Photo left, memory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Closer. Last slide of the loop. Hold this one a beat longer — 12 to 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A8032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173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5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49240" y="1874520"/>
            <a:ext cx="1463040" cy="32004"/>
          </a:xfrm>
          <a:prstGeom prst="rect">
            <a:avLst/>
          </a:prstGeom>
          <a:solidFill>
            <a:srgbClr val="BA8032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E4E2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Until next time, Chris.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63040" y="324612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4E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one. Every chapter since. Now the next adventure.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44348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little brother none of us knew we needed.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4E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4E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F2B3F"/>
          </a:solidFill>
          <a:ln w="12700">
            <a:solidFill>
              <a:srgbClr val="1F2B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2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DAY 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was here when the doors were still becoming a hotel.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3520440" cy="73152"/>
          </a:xfrm>
          <a:prstGeom prst="rect">
            <a:avLst/>
          </a:prstGeom>
          <a:solidFill>
            <a:srgbClr val="BA8032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29260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up. Stayed. Did the unglamorous parts that make a house feel like a hotel.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5204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965960"/>
            <a:ext cx="3520440" cy="73152"/>
          </a:xfrm>
          <a:prstGeom prst="rect">
            <a:avLst/>
          </a:prstGeom>
          <a:solidFill>
            <a:srgbClr val="BA8032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people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45152" y="29260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Guests, teammates, the weird in-between hours. He made the living room of Cañon City feel lived in.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5204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965960"/>
            <a:ext cx="3520440" cy="73152"/>
          </a:xfrm>
          <a:prstGeom prst="rect">
            <a:avLst/>
          </a:prstGeom>
          <a:solidFill>
            <a:srgbClr val="BA8032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chapter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94192" y="29260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get to keep him. We do get to send him well.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949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5806440"/>
          </a:xfrm>
          <a:prstGeom prst="rect">
            <a:avLst/>
          </a:prstGeom>
          <a:solidFill>
            <a:srgbClr val="2A3A52"/>
          </a:solidFill>
          <a:ln w="15875">
            <a:solidFill>
              <a:srgbClr val="BA8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8575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PHOTO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→ Change picture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Landscape, full-bleed if you can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636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moment from the house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4E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2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story. Keep it true.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9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telling it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949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(name, role — optional)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10058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goes here.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scene is enough. A shift. A joke that still lands. The time he stayed late. The time he made a guest feel like family.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remember the feeling more than the sentence, so write the feeling.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949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417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5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LUCKY WE ARE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40680" y="1874520"/>
            <a:ext cx="1280160" cy="32004"/>
          </a:xfrm>
          <a:prstGeom prst="rect">
            <a:avLst/>
          </a:prstGeom>
          <a:solidFill>
            <a:srgbClr val="BA8032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219456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E4E2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lucky I am to have something that makes saying goodbye so hard.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4297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Winnie-the-Pooh  (the little-brother energy, on purpose)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4E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4E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FLOOR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731520"/>
            <a:ext cx="5394960" cy="5212080"/>
          </a:xfrm>
          <a:prstGeom prst="rect">
            <a:avLst/>
          </a:prstGeom>
          <a:solidFill>
            <a:srgbClr val="2A3A52"/>
          </a:solidFill>
          <a:ln w="15875">
            <a:solidFill>
              <a:srgbClr val="BA8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at work  ·  or with the team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731520"/>
            <a:ext cx="5394960" cy="5212080"/>
          </a:xfrm>
          <a:prstGeom prst="rect">
            <a:avLst/>
          </a:prstGeom>
          <a:solidFill>
            <a:srgbClr val="2A3A52"/>
          </a:solidFill>
          <a:ln w="15875">
            <a:solidFill>
              <a:srgbClr val="BA80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63640" y="2926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guest moment  ·  a laugh  ·  a shift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949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4E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2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LITTLE BROTHER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of us put that job in the posting.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" cy="1234440"/>
          </a:xfrm>
          <a:prstGeom prst="rect">
            <a:avLst/>
          </a:prstGeom>
          <a:solidFill>
            <a:srgbClr val="600F0F"/>
          </a:solidFill>
          <a:ln w="12700">
            <a:solidFill>
              <a:srgbClr val="600F0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600200"/>
            <a:ext cx="105613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BA80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showed up.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he kept showing up. That is rarer than people think.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109728" cy="1234440"/>
          </a:xfrm>
          <a:prstGeom prst="rect">
            <a:avLst/>
          </a:prstGeom>
          <a:solidFill>
            <a:srgbClr val="600F0F"/>
          </a:solidFill>
          <a:ln w="12700">
            <a:solidFill>
              <a:srgbClr val="600F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3017520"/>
            <a:ext cx="105613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BA80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154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made it lighter.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3566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ducking the work. By being the person you wanted on the shift.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434840"/>
            <a:ext cx="109728" cy="1234440"/>
          </a:xfrm>
          <a:prstGeom prst="rect">
            <a:avLst/>
          </a:prstGeom>
          <a:solidFill>
            <a:srgbClr val="600F0F"/>
          </a:solidFill>
          <a:ln w="12700">
            <a:solidFill>
              <a:srgbClr val="600F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4434840"/>
            <a:ext cx="105613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BA80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belonged here.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4983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why this is hard. Belonging is the whole point of a hotel.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949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5544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2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HOSPITALITY ACTUALLY IS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40680" y="2011680"/>
            <a:ext cx="1280160" cy="32004"/>
          </a:xfrm>
          <a:prstGeom prst="rect">
            <a:avLst/>
          </a:prstGeom>
          <a:solidFill>
            <a:srgbClr val="BA8032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331720"/>
            <a:ext cx="9418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E4E2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all just walking each other home.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41148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Ram Dass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4E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4E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OF HIM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11480" y="731520"/>
            <a:ext cx="3657600" cy="5212080"/>
          </a:xfrm>
          <a:prstGeom prst="rect">
            <a:avLst/>
          </a:prstGeom>
          <a:solidFill>
            <a:srgbClr val="2A3A52"/>
          </a:solidFill>
          <a:ln w="15875">
            <a:solidFill>
              <a:srgbClr val="BA8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PHOTO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51960" y="731520"/>
            <a:ext cx="3657600" cy="5212080"/>
          </a:xfrm>
          <a:prstGeom prst="rect">
            <a:avLst/>
          </a:prstGeom>
          <a:solidFill>
            <a:srgbClr val="2A3A52"/>
          </a:solidFill>
          <a:ln w="15875">
            <a:solidFill>
              <a:srgbClr val="BA80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51960" y="2926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PHOTO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92440" y="731520"/>
            <a:ext cx="3657600" cy="5212080"/>
          </a:xfrm>
          <a:prstGeom prst="rect">
            <a:avLst/>
          </a:prstGeom>
          <a:solidFill>
            <a:srgbClr val="2A3A52"/>
          </a:solidFill>
          <a:ln w="15875">
            <a:solidFill>
              <a:srgbClr val="BA80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2926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PHOTO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949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2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HOUSE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4E2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 guest could say one thing.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4160520"/>
          </a:xfrm>
          <a:prstGeom prst="rect">
            <a:avLst/>
          </a:prstGeom>
          <a:solidFill>
            <a:srgbClr val="2A3A52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4E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guest story, a review line, or a moment from the desk.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4E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 not have one yet, leave this as a prompt and fill it before the loop goes up.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4E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made it feel easy." is a complete sentence.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4E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4E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3258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2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40680" y="1783080"/>
            <a:ext cx="1280160" cy="32004"/>
          </a:xfrm>
          <a:prstGeom prst="rect">
            <a:avLst/>
          </a:prstGeom>
          <a:solidFill>
            <a:srgbClr val="BA8032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103120"/>
            <a:ext cx="9418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1F2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will forget what you said, people will forget what you did, but people will never forget how you made them feel.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44805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Maya Angelou   ·   which is the whole job, Chris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949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38560" cy="5074920"/>
          </a:xfrm>
          <a:prstGeom prst="rect">
            <a:avLst/>
          </a:prstGeom>
          <a:solidFill>
            <a:srgbClr val="2A3A52"/>
          </a:solidFill>
          <a:ln w="15875">
            <a:solidFill>
              <a:srgbClr val="BA8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4602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WIDE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 ·  Main Street  ·  the crew  ·  Chris in the middle of 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557784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4E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 — who, where, when. One line.]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4E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4E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voices. Keep them short enough to read from a sofa.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he will recognize.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5156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3258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he will recognize.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56616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8404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he will recognize.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356616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38404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he will recognize.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949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417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2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NEXT ADVENTURE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40680" y="1874520"/>
            <a:ext cx="1280160" cy="32004"/>
          </a:xfrm>
          <a:prstGeom prst="rect">
            <a:avLst/>
          </a:prstGeom>
          <a:solidFill>
            <a:srgbClr val="BA8032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194560"/>
            <a:ext cx="9418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E4E2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where they know your name — and then make a new room feel like that too.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42519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famous quote. Just us, sending you.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4E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4E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2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IN THE HOUSE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hotel remembers people longer than it remembers titles.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A80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190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standard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0" y="1719072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shift is supposed to feel when someone cares.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0881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A80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1635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jokes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31920" y="2816352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ones that only work if you were here.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0881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A80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136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31920" y="3913632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one downstairs. The one we have to clear without him.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10881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A80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01091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31920" y="5010912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stays open. Come back as a guest. We mean that.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949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4E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5943600" cy="5806440"/>
          </a:xfrm>
          <a:prstGeom prst="rect">
            <a:avLst/>
          </a:prstGeom>
          <a:solidFill>
            <a:srgbClr val="2A3A52"/>
          </a:solidFill>
          <a:ln w="15875">
            <a:solidFill>
              <a:srgbClr val="BA8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8575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that should almost make us cry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0" y="640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8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LAST STORY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1051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it here.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0" y="169164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sentences. Specific. Names, a time of day, something only this house would know.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pick one, pick the first one that made you laugh.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949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A8032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554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5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49240" y="2011680"/>
            <a:ext cx="1463040" cy="32004"/>
          </a:xfrm>
          <a:prstGeom prst="rect">
            <a:avLst/>
          </a:prstGeom>
          <a:solidFill>
            <a:srgbClr val="BA8032"/>
          </a:solidFill>
          <a:ln w="12700">
            <a:solidFill>
              <a:srgbClr val="BA80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4E2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you, Chris.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645920" y="338328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 excellent. Come home when you can.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4E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living room of Cañon City will keep a light 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47091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Unreasonable hospitality. Always.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BA8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ST. CLOUD  ·  CAÑON CITY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0" y="6510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4E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farewell loop  ·  drop photos  ·  add memories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Hotel St.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Until Next Time, Chris — Hotel St. Cloud</dc:title>
  <dc:subject>Lobby farewell loop for Chris — day-one teammate, next adventure</dc:subject>
  <dc:creator>Hotel St. Cloud</dc:creator>
  <cp:lastModifiedBy>Hotel St. Cloud</cp:lastModifiedBy>
  <cp:revision>1</cp:revision>
  <dcterms:created xsi:type="dcterms:W3CDTF">2026-09-02T21:00:17Z</dcterms:created>
  <dcterms:modified xsi:type="dcterms:W3CDTF">2026-09-02T21:00:17Z</dcterms:modified>
</cp:coreProperties>
</file>